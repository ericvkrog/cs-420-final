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Urbanis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Urbanis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bold.fntdata"/><Relationship Id="rId6" Type="http://schemas.openxmlformats.org/officeDocument/2006/relationships/slide" Target="slides/slide1.xml"/><Relationship Id="rId18" Type="http://schemas.openxmlformats.org/officeDocument/2006/relationships/font" Target="fonts/Urbanis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1962" y="4045148"/>
            <a:ext cx="364807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185636" y="2441227"/>
            <a:ext cx="582072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Chroma</a:t>
            </a:r>
            <a:r>
              <a:rPr b="1" i="0" lang="en-US" sz="7500" u="none" cap="none" strike="noStrik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Code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038600" y="3298477"/>
            <a:ext cx="41148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CS 420 Final Project: Syntax You Can See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14475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81025" y="1514475"/>
            <a:ext cx="549068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Visual Thinking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81025" y="2066925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Inspired by how visual thinkers process information, ChromaCode makes a program’s structure visible immediately.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524000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14400" y="3171825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Blue: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Calm, stable data &amp; variables.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14400" y="3667125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Green: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Growth and productive functions.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14400" y="4162425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Yellow: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Caution; decision points and logic branches.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14400" y="4657725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Purple: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Rhythmic cycles and loops.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14400" y="5153025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Red: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Clear, unmistakable termination.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Philosophy: Structure at a Glance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1718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6671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1624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6577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515302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14475"/>
            <a:ext cx="348615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514475"/>
            <a:ext cx="348615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514475"/>
            <a:ext cx="348615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876300" y="2457450"/>
            <a:ext cx="304038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Dual-Channel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76300" y="3009900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Every line carries meaning through both its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text keyword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and its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color tag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648200" y="2457450"/>
            <a:ext cx="304038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ColorTypeError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648200" y="3009900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interpreter throws errors if a color tag is misused (e.g., YELLOW for assignment), providing educational "fix" cards.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20100" y="2457450"/>
            <a:ext cx="304038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Optionality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420100" y="3009900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Indentation is visual only; block termination is strictly enforced by color tags (RED end).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18383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18383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183832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ChromaCode Style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04975"/>
            <a:ext cx="5229225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/>
          <p:nvPr/>
        </p:nvSpPr>
        <p:spPr>
          <a:xfrm>
            <a:off x="581025" y="1514475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3B82F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1152525" y="1614487"/>
            <a:ext cx="1981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BLUE: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Variables / Assignment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81025" y="1990725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22C55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1152525" y="2090737"/>
            <a:ext cx="22193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GREEN: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Functions / Print / Return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81025" y="2466975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EAB30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1152525" y="2566987"/>
            <a:ext cx="1476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YELLOW: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If / Elif / Else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81025" y="2943225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A855F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1152525" y="3043237"/>
            <a:ext cx="1752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PURPLE: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For / While Loops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81025" y="3419475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EF444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1152525" y="3519487"/>
            <a:ext cx="1581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RED: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Termination (End)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Syntax Specification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43225"/>
            <a:ext cx="11029950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581025" y="1514475"/>
            <a:ext cx="1158144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Logic Explanation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81025" y="2257425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Demonstrates simple variable storage (BLUE) and output (GREEN).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Program 1: Hello World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43225"/>
            <a:ext cx="110299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581025" y="1514475"/>
            <a:ext cx="1158144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Logic Explanation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81025" y="2257425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Utilizes the PURPLE loop for iteration and the YELLOW "if-chain" for modulo logic.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Program 2: FizzBuzz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43225"/>
            <a:ext cx="11029950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581025" y="1514475"/>
            <a:ext cx="1158144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Logic Explanation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581025" y="2257425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Demonstrates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Function Definition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and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Return Values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using GREEN and BLUE.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Program 3: Temp Converter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04975"/>
            <a:ext cx="5229225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581025" y="1514475"/>
            <a:ext cx="549068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Interactive Features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581025" y="2066925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browser IDE allows for clickable boards. The logic uses immutable array updates via set_at.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914400" y="2867025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BLUE handles the 3x3 board list.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914400" y="3362325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PURPLE maintains the game loop (while done === 0).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914400" y="3857625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GREEN displays the board state.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Program 4: Interactive Game</a:t>
            </a:r>
            <a:endParaRPr/>
          </a:p>
        </p:txBody>
      </p:sp>
      <p:pic>
        <p:nvPicPr>
          <p:cNvPr descr="image.png" id="182" name="Google Shape;18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8670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3623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85762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14475"/>
            <a:ext cx="5229225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581025" y="1514475"/>
            <a:ext cx="549068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Steganographic Logic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581025" y="2066925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image_to_chroma.py tool allows you to read horizontal color strips and generate code skeletons.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581025" y="2867025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This allows "painting" the structure of a program in an image file and then filling in the details.</a:t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6912471" y="2181225"/>
            <a:ext cx="1041945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7954416" y="2181225"/>
            <a:ext cx="1041945" cy="5715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8996362" y="2181225"/>
            <a:ext cx="1041945" cy="571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10038308" y="2181225"/>
            <a:ext cx="1041945" cy="571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Program 5: Image-to-Code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14475"/>
            <a:ext cx="5372100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514475"/>
            <a:ext cx="5372100" cy="22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581025" y="4048125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This demonstrates the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Lexical Scoping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and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Type Inference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(int, float, str, list) of the engine.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876300" y="1809750"/>
            <a:ext cx="502062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Live Trace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876300" y="2362200"/>
            <a:ext cx="47815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Browser IDE highlights the executing line in BLUE, providing a description of the current operation.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6534150" y="1809750"/>
            <a:ext cx="502062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Variable Watch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6534150" y="2362200"/>
            <a:ext cx="47815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live panel displays the current state of the lexical scope, updating values in real-time as the user "Steps" through.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Program 6: Visual Execution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14475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/>
        </p:nvSpPr>
        <p:spPr>
          <a:xfrm>
            <a:off x="581025" y="1514475"/>
            <a:ext cx="549068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Implementation Details</a:t>
            </a:r>
            <a:endParaRPr/>
          </a:p>
        </p:txBody>
      </p:sp>
      <p:pic>
        <p:nvPicPr>
          <p:cNvPr descr="image.png" id="219" name="Google Shape;21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524000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914400" y="2066925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Python Core: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~455 lines of Lexer, Parser, AST, and Evaluator.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914400" y="2867025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JS Port: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 full async-capable port for the web browser.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914400" y="3362325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Learning System: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Built-in error cards designed for pedagogical use.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Engine Under the Hood</a:t>
            </a:r>
            <a:endParaRPr/>
          </a:p>
        </p:txBody>
      </p:sp>
      <p:pic>
        <p:nvPicPr>
          <p:cNvPr descr="image.png" id="224" name="Google Shape;22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0669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8670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36232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4"/>
          <p:cNvSpPr txBox="1"/>
          <p:nvPr/>
        </p:nvSpPr>
        <p:spPr>
          <a:xfrm>
            <a:off x="305276" y="1891605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581025" y="3072705"/>
            <a:ext cx="110299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ChromaCode: Coding in Full Color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581025" y="3975645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CS 420 — Final Project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581025" y="4470945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Built with Python 3.10 &amp; Pure JavaScript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